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5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97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nshikaatri/Dark-Store-Geospatial-Network-Optimiz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280160"/>
            <a:ext cx="320040" cy="320040"/>
          </a:xfrm>
          <a:prstGeom prst="ellipse">
            <a:avLst/>
          </a:prstGeom>
          <a:solidFill>
            <a:srgbClr val="F8C200"/>
          </a:solidFill>
          <a:ln w="12700">
            <a:solidFill>
              <a:srgbClr val="F8C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023360"/>
            <a:ext cx="182880" cy="1828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STORE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82577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INTELLIGENCE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Optimization Analysis · Quick Commerce India · FY 2024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2011680" cy="36576"/>
          </a:xfrm>
          <a:prstGeom prst="rect">
            <a:avLst/>
          </a:prstGeom>
          <a:solidFill>
            <a:srgbClr val="F8C200"/>
          </a:solidFill>
          <a:ln w="12700">
            <a:solidFill>
              <a:srgbClr val="F8C2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1868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8C200"/>
          </a:solidFill>
          <a:ln w="12700">
            <a:solidFill>
              <a:srgbClr val="F8C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21868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21868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Instamart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501K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5176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5800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 &amp;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10-Minute Promise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9961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lives or dies on delivering in under 10 minutes. Every SLA breach costs customer trust and triggers refunds.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368296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Placement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too close = order cannibalization. Stores too far = SLA breach. There is no margin for imprecision in dark store placement.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0507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Blinkit, Zepto &amp; Swiggy Instamart dark stores placed optimally across Bengaluru, Mumbai &amp; Delhi NCR?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WAS BUILT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572768"/>
            <a:ext cx="347472" cy="34747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60620" y="1920240"/>
            <a:ext cx="27432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554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501K synthetic orders across 3 cities using real neighbourhood coordinates + population density weights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276856"/>
            <a:ext cx="347472" cy="34747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60620" y="2624328"/>
            <a:ext cx="27432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258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Mapping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 computed across 501K × 52 store pairs using NumPy broadcasting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980944"/>
            <a:ext cx="347472" cy="34747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60620" y="3328416"/>
            <a:ext cx="27432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962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store placement computed with k = current store count; compared to actual positions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685032"/>
            <a:ext cx="347472" cy="34747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60620" y="4032504"/>
            <a:ext cx="27432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922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queries - SLA breach risk, store load, zone opportunity scoring, monthly trends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389120"/>
            <a:ext cx="347472" cy="34747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4626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+ 5-chart Tableau dashboard with brand &amp; city filters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841045"/>
            <a:ext cx="8321040" cy="256032"/>
          </a:xfrm>
          <a:prstGeom prst="roundRect">
            <a:avLst>
              <a:gd name="adj" fmla="val 21053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132" y="47960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Python (NumPy · Pandas · Scikit-learn · Folium)  ·  SQL / SQLite  ·  Tableau Public  ·  Jupyter Notebook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501,000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167K per city · Full year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8C20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Stores Mapped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· Zepto · Swiggy Instamart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· Mumbai · Delhi NCR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1097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₹18.7 Cr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2084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Modelled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₹374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724912"/>
            <a:ext cx="4114800" cy="2121408"/>
          </a:xfrm>
          <a:prstGeom prst="roundRect">
            <a:avLst>
              <a:gd name="adj" fmla="val 431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DATASET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167,000 orders per city (Bengaluru · Mumbai · Delhi NCR)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483864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Jan 2024 – Dec 2024 · realistic hourly demand weighting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813048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Fields: order_id · lat/lng · brand · value · timestamp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142232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Values: ₹99 – ₹2,500 · log-normal distribution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471416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Generated using real ward-level neighbourhood coordinates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724912"/>
            <a:ext cx="4114800" cy="2121408"/>
          </a:xfrm>
          <a:prstGeom prst="roundRect">
            <a:avLst>
              <a:gd name="adj" fmla="val 431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STORE DATASET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154680"/>
            <a:ext cx="3886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91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3191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stores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3741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Blinkit · 6 Zepto · 5 Instamart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657600"/>
            <a:ext cx="3886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8770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Blinkit · 5 Zepto · 4 Instamart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4160520"/>
            <a:ext cx="3886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4197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stores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3799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Blinkit · 5 Zepto · 4 Instamart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4690872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Real store locations from Google Maps verification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501,000 orders revealed about quick commerce network efficiency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1115568"/>
          </a:xfrm>
          <a:prstGeom prst="roundRect">
            <a:avLst>
              <a:gd name="adj" fmla="val 9836"/>
            </a:avLst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44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55.8%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14600" y="1481328"/>
            <a:ext cx="1828800" cy="237744"/>
          </a:xfrm>
          <a:prstGeom prst="roundRect">
            <a:avLst>
              <a:gd name="adj" fmla="val 2307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81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14600" y="175564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Cannibalization Rate - Bengaluru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199339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55.8% of Bengaluru orders fall within 2km of 2+ competing stores. Koramangala has 3 brand stores within 1.5km of each other. New stores here add cost, not coverage.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Recommendation: Freeze new openings in Koramangala &amp; Bandra. Redirect investment to peripheral zones.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8321040" cy="1115568"/>
          </a:xfrm>
          <a:prstGeom prst="roundRect">
            <a:avLst>
              <a:gd name="adj" fmla="val 9836"/>
            </a:avLst>
          </a:prstGeom>
          <a:solidFill>
            <a:srgbClr val="FFF3E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651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514600" y="2688336"/>
            <a:ext cx="1828800" cy="237744"/>
          </a:xfrm>
          <a:prstGeom prst="roundRect">
            <a:avLst>
              <a:gd name="adj" fmla="val 2307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688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SENSITIVITY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14600" y="29626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Increase from 500m Wrong Placement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320040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Koramangala Blinkit store just 500m westward increases average delivery distance by 91% for its entire catchment area.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Recommendation: Site selection requires geospatial validation - a 'roughly right' location is not acceptable.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803904"/>
            <a:ext cx="8321040" cy="1115568"/>
          </a:xfrm>
          <a:prstGeom prst="roundRect">
            <a:avLst>
              <a:gd name="adj" fmla="val 9836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8587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Zones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2514600" y="3895344"/>
            <a:ext cx="1828800" cy="237744"/>
          </a:xfrm>
          <a:prstGeom prst="roundRect">
            <a:avLst>
              <a:gd name="adj" fmla="val 2307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895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OPPORTUNITY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14600" y="416966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 for Immediate Expansion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440740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· Whitefield · Yelahanka · Thane West · Electronic City - each with 8K–15K orders/month and avg delivery distances above the network threshold.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Recommendation: Open next stores here. Opportunity scores 5.9–7.2.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&amp; INTERACTIVE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170432"/>
            <a:ext cx="292608" cy="29260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170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1152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Network KPI Table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353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 · delivery time · SLA % by city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819656"/>
            <a:ext cx="292608" cy="29260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1801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 SLA by Brand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002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vs Zepto vs Swiggy Instamart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92608" cy="29260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450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 Demand Heatmap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× 3-city order volume pattern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118104"/>
            <a:ext cx="292608" cy="29260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099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Load vs Coverage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3300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orders served vs avg delivery distance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3767328"/>
            <a:ext cx="292608" cy="29260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Expansion Opportunity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chart: demand vs coverage gap by zone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40740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4462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9120" y="44927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Interactive Folium Map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04304" y="446227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04304" y="4462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Project</a:t>
            </a:r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E55A71D-8F5C-DFD6-5EE5-946D433FD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" y="1115180"/>
            <a:ext cx="5341620" cy="3194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5029200" cy="5029200"/>
          </a:xfrm>
          <a:prstGeom prst="ellipse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8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means for quick commerce expansion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5760720" cy="1024128"/>
          </a:xfrm>
          <a:prstGeom prst="roundRect">
            <a:avLst>
              <a:gd name="adj" fmla="val 8929"/>
            </a:avLst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7280" y="1234440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34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97280" y="1472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stores in Greater Noida &amp; Whitefield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190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scores 7.20 &amp; 7.13 - highest in the 3-city network. Each zone has 13K–15K orders/month with above-average delivery distances. Clear, data-backed expansion signal.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58568"/>
            <a:ext cx="5760720" cy="1024128"/>
          </a:xfrm>
          <a:prstGeom prst="roundRect">
            <a:avLst>
              <a:gd name="adj" fmla="val 8929"/>
            </a:avLst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235000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350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AVOIDANCE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97280" y="25877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expansion in Koramangala &amp; Bandra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83464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55.8% cannibalization rate in Bengaluru core. New stores here split orders without adding coverage. Redirect capex to peripheral zones for better ROI per store.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374136"/>
            <a:ext cx="5760720" cy="1024128"/>
          </a:xfrm>
          <a:prstGeom prst="roundRect">
            <a:avLst>
              <a:gd name="adj" fmla="val 8929"/>
            </a:avLst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97280" y="3465576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465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97280" y="3703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monthly opportunity score monitoring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zones become high-priority zones as population density grows. Rebuild this geospatial model monthly with live order data to track emerging demand pockets before competitors.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27648" y="1143000"/>
            <a:ext cx="2423160" cy="3771900"/>
          </a:xfrm>
          <a:prstGeom prst="roundRect">
            <a:avLst>
              <a:gd name="adj" fmla="val 4528"/>
            </a:avLst>
          </a:prstGeom>
          <a:solidFill>
            <a:srgbClr val="0D1525"/>
          </a:solidFill>
          <a:ln w="12700">
            <a:solidFill>
              <a:srgbClr val="2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27648" y="1234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9088" y="1920240"/>
            <a:ext cx="224028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1956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501K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0648" y="1975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modelled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19088" y="2423160"/>
            <a:ext cx="224028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24597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₹18.7 Cr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70648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19088" y="2926080"/>
            <a:ext cx="224028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962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70648" y="2980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19088" y="3429000"/>
            <a:ext cx="224028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4655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Zones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70648" y="3483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targets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19088" y="3931920"/>
            <a:ext cx="224028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3968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70648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sensitivity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19088" y="4434840"/>
            <a:ext cx="2240280" cy="457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471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0.545 km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70648" y="4489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gap found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772</Words>
  <Application>Microsoft Office PowerPoint</Application>
  <PresentationFormat>On-screen Show (16:9)</PresentationFormat>
  <Paragraphs>140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Store Network Intelligence</dc:title>
  <dc:subject>PptxGenJS Presentation</dc:subject>
  <dc:creator>Vanshika</dc:creator>
  <cp:lastModifiedBy>Vanshika Atri</cp:lastModifiedBy>
  <cp:revision>2</cp:revision>
  <dcterms:created xsi:type="dcterms:W3CDTF">2026-06-15T08:00:11Z</dcterms:created>
  <dcterms:modified xsi:type="dcterms:W3CDTF">2026-06-15T08:21:31Z</dcterms:modified>
</cp:coreProperties>
</file>